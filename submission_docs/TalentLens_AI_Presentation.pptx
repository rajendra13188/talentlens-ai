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1" d="100"/>
          <a:sy n="101" d="100"/>
        </p:scale>
        <p:origin x="2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09728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498079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 err="1"/>
              <a:t>TalentLens</a:t>
            </a:r>
            <a:r>
              <a:rPr dirty="0"/>
              <a:t> AI</a:t>
            </a:r>
          </a:p>
          <a:p>
            <a:pPr>
              <a:spcAft>
                <a:spcPts val="1600"/>
              </a:spcAft>
              <a:defRPr sz="1800">
                <a:solidFill>
                  <a:srgbClr val="BFDBFE"/>
                </a:solidFill>
              </a:defRPr>
            </a:pPr>
            <a:r>
              <a:rPr dirty="0"/>
              <a:t>AI Resume Screening System — College Capstone Project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 dirty="0"/>
              <a:t>Author: </a:t>
            </a:r>
            <a:r>
              <a:rPr lang="en-IN" dirty="0"/>
              <a:t>Rajendra Prasad Pedamallu</a:t>
            </a:r>
            <a:r>
              <a:rPr dirty="0"/>
              <a:t> 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rPr dirty="0"/>
              <a:t> COLLEGE_NAM</a:t>
            </a:r>
            <a:r>
              <a:rPr lang="en-IN" dirty="0"/>
              <a:t>E: Bennett University</a:t>
            </a:r>
            <a:endParaRPr dirty="0"/>
          </a:p>
          <a:p>
            <a:pPr>
              <a:defRPr sz="1100">
                <a:solidFill>
                  <a:srgbClr val="FED7AA"/>
                </a:solidFill>
              </a:defRPr>
            </a:pPr>
            <a:r>
              <a:rPr dirty="0"/>
              <a:t>Re</a:t>
            </a:r>
            <a:r>
              <a:rPr lang="en-IN" dirty="0"/>
              <a:t>/</a:t>
            </a:r>
            <a:r>
              <a:rPr dirty="0" err="1"/>
              <a:t>pository</a:t>
            </a:r>
            <a:r>
              <a:rPr dirty="0"/>
              <a:t>: https://github.com/Rajendra13188/TalentLens-AI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The Modern Hiring Dilemma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Mass Application Overload: Recruiters receive hundreds of resumes per technical job opening.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ATS 'Black-Box' Syndrome: Legacy tools output opaque percentages without explainable justifications.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Privacy &amp; Compliance Risks: Cloud screening APIs expose confidential applicant PII to external vendors.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Brittle Document Parsers: Systems crash on corrupted, blank, or scanned PDFs.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280160"/>
            <a:ext cx="3749039" cy="32918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The TalentLens AI Approach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100% Free &amp; Local Execution: Completely sovereign offline screening without paid APIs or API keys.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Transparent Mathematical Scoring: Explainable 0–100 matching formula displayed per candidate.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Zero-Retention In-Memory Storage: Uploaded resumes parsed in-memory and never saved to disk.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Fault-Tolerant PyMuPDF Extractor: Detects and isolates corrupt, empty, and scanned image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System Architecture &amp; Processing Pipeline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Technology Stack &amp; Core Engineering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Streamlit (1.65.0)</a:t>
            </a:r>
          </a:p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Interactive Web UI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Provides reactive dashboard, preset selectors, candidate deep-dive inspectors, and skill-gap charts.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2801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PyMuPDF (1.28.2)</a:t>
            </a:r>
          </a:p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PDF Document Extractor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C-backed high performance extraction; catches corrupt files and identifies scanned/blank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2801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scikit-learn (1.9.1)</a:t>
            </a:r>
          </a:p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TF-IDF Vectorization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Unigram &amp; bigram TF-IDF vectorizer with sublinear scaling; computes angular cosine similarity.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pandas &amp; numpy</a:t>
            </a:r>
          </a:p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Data Analytics &amp; CSV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Structures candidate leaderboards, rank percentiles, pool skill-gap aggregations, and export CSVs.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97180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Custom Regex Engine</a:t>
            </a:r>
          </a:p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Skills Taxonomy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Symbol-aware lookarounds for C++, C#, .NET, CI/CD; handles contextual aliases (import pandas as pd).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97180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pytest (9.1.1)</a:t>
            </a:r>
          </a:p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Automated QA Suite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Automated test suite (30/30 passing) verifying extractors, scoring logic, edge cases, and UI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Explainable Scoring Engine &amp;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7680960" cy="10058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BFDBFE"/>
                </a:solidFill>
              </a:defRPr>
            </a:pPr>
            <a:r>
              <a:t>Deterministic Overall Score Formula (0 to 100):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Final Score = (w_skills × S_skills) + (w_tfidf × S_tfidf) + (w_breadth × B_breadth)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JD Skill Coverage (S_skills)</a:t>
            </a:r>
          </a:p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Weight: 40% (0.40)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Proportion of required skills in JD matched by resume:</a:t>
            </a:r>
            <a:br/>
            <a:r>
              <a:t>S_skills = (|Skills_JD ∩ Skills_Resume| / |Skills_JD|) ×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37744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TF-IDF Cosine Similarity (S_tfidf)</a:t>
            </a:r>
          </a:p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Weight: 50% (0.50)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Sublinear TF-IDF unigram/bigram cosine angle:</a:t>
            </a:r>
            <a:br/>
            <a:r>
              <a:t>S_tfidf = cos(v_JD, v_Resume) × 100.0</a:t>
            </a:r>
            <a:br/>
            <a:r>
              <a:t>Identifies top overlapping terms.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37744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Domain Breadth Bonus (B_breadth)</a:t>
            </a:r>
          </a:p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Weight: 10% (0.10)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Rewards relevant complementary skills outside JD:</a:t>
            </a:r>
            <a:br/>
            <a:r>
              <a:t>B_breadth = min(10.0, |Skills_Resume \ Skills_JD| × 1.5)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Fault-Tolerant Document Ingestion &amp; Edge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749039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B45309"/>
                </a:solidFill>
              </a:defRPr>
            </a:pPr>
            <a:r>
              <a:t>Scanned / Image-Only PDFs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• Condition: Detected when page contains images but extracted digital characters &lt; 40.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• Handling: Action: Classified as 'Scanned / Image-Only PDF', alerts recruiter that OCR is needed. System does NOT crash.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280160"/>
            <a:ext cx="3749039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Empty / Blank PDFs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• Condition: Detected when file is 0 bytes or document contains zero digital text.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• Handling: Action: Assigned score 0.0 with explicit status 'Empty / Blank PDF', documented in summary banner.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3749039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Corrupted Binary Streams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• Condition: Malformed PDF headers or truncated trailers caught via PyMuPDF FileDataError.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• Handling: Action: Trapped gracefully, flagged as 'Corrupted or Invalid PDF', isolated at the bottom of rankings.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971800"/>
            <a:ext cx="3749039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47857"/>
                </a:solidFill>
              </a:defRPr>
            </a:pPr>
            <a:r>
              <a:t>In-Memory Privacy Guarantee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• Condition: Resumes processed via memory bytes (BytesIO).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• Handling: Action: Zero disk persistence. Documents exist only in active browser RAM session and are discarded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Experimental Results — Dynamic Multi-Role Screening</a:t>
            </a:r>
          </a:p>
        </p:txBody>
      </p:sp>
      <p:pic>
        <p:nvPicPr>
          <p:cNvPr id="3" name="Picture 2" descr="role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Quality Assurance &amp; Automated Pytest Suite</a:t>
            </a:r>
          </a:p>
        </p:txBody>
      </p:sp>
      <p:pic>
        <p:nvPicPr>
          <p:cNvPr id="3" name="Picture 2" descr="test_resul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TALENTLENS AI — AI RESUME SCREENING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Ethical AI Governance &amp; Fair Hiring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1. TF-IDF Is Not Human Competency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TF-IDF measures vocabulary and keyword frequency overlap. It is strictly a textual alignment indicator and NOT a probabilistic prediction of candidate on-the-job success, intelligence, or cultural fit.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2. Absence of Keyword ≠ Absence of Capability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The dashboard explicitly labels unlocated skills as 'Skill Not Detected' rather than 'Candidate Lacks Skill', clarifying that keywords may simply be expressed differently or omitted.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3. Demographic Neutrality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TalentLens AI completely excludes all protected demographic characteristics (gender, age, ethnicity, religion, disability, photo) from extraction and scoring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79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4. Zero-Retention Data Privacy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Candidate resumes are processed entirely in memory during active sessions without persistent saving to local disks or transmission to third-party cloud servers.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</a:defRPr>
            </a:pPr>
            <a:r>
              <a:t>✔ Delivered a complete, sovereign, explainable AI Resume Screening System using local Python libraries.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</a:defRPr>
            </a:pPr>
            <a:r>
              <a:t>✔ Replaced black-box neural scoring with transparent 0–100 mathematical breakdowns displayed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</a:defRPr>
            </a:pPr>
            <a:r>
              <a:t>✔ Achieved 100% test pass rate across 30 automated unit, integration, and UI acceptance tests.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</a:defRPr>
            </a:pPr>
            <a:r>
              <a:t>✔ Future Scope: Integration of local offline OCR (Tesseract) for scanned paper archives.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</a:defRPr>
            </a:pPr>
            <a:r>
              <a:t>✔ Future Scope: Lightweight offline semantic embeddings (e.g., all-MiniLM-L6-v2) to complement TF-IDF.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</a:defRPr>
            </a:pPr>
            <a:r>
              <a:t>✔ Future Scope: Experience duration parsing to automatically quantify years of experience per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990</Words>
  <Application>Microsoft Office PowerPoint</Application>
  <PresentationFormat>On-screen Show (16:9)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Rajendra Pedamallu</cp:lastModifiedBy>
  <cp:revision>2</cp:revision>
  <dcterms:created xsi:type="dcterms:W3CDTF">2013-01-27T09:14:16Z</dcterms:created>
  <dcterms:modified xsi:type="dcterms:W3CDTF">2026-10-18T14:09:48Z</dcterms:modified>
  <cp:category/>
</cp:coreProperties>
</file>